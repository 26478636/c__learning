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848AEA-B870-CC3F-D062-ACB6D0BE3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39901E-21F4-C348-6AB1-1D05BD1ED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4B8F02-B9F7-31FA-66A4-F5B64AD0E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5BB1-E407-4C16-9A23-E824F589F802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D319D0-BC2E-17D5-EF91-5DB32784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BCD039-7D39-FFF4-6D09-A1F591AE8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111B-7804-4628-856A-D68BDE806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162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63EE2D-42C3-A854-DAB6-90EABA9C3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1281A4-312D-5597-47DD-C138E5C56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31D3E0-A228-A01C-08CB-824C18A42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5BB1-E407-4C16-9A23-E824F589F802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6D93DB-E877-8D68-4B12-13BDD8BEE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8B130C-BE07-E845-42EA-09EF35DBF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111B-7804-4628-856A-D68BDE806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380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D316D-0961-E07B-71DF-A9D65A26D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D65651-D2C8-DD6C-F6B5-016033A92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CEC0B4-D346-920B-0FD7-16A473DF6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5BB1-E407-4C16-9A23-E824F589F802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331465-4850-818D-D512-C3B4D94B4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195C2D-443D-DE2A-D99F-2BF1C927E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111B-7804-4628-856A-D68BDE806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584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8B06C-2674-9F1C-4D3A-DCA2760DB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870D13-A12E-AE34-7514-B7F7ABB91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1D4B5C-D299-98B1-24D7-312EAF39C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08C7D0-7E13-CAA2-2045-7C01BDC07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5BB1-E407-4C16-9A23-E824F589F802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345DE1-484B-C810-6190-967392D05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58FEFE-7C0A-2EB6-2FAA-128691DC2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111B-7804-4628-856A-D68BDE806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530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2707CF-9DB7-B927-7981-58D5DC69C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2EA3F1-ED4A-6732-1FD7-B879531F8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1295D6-608E-5643-2446-F4EC2B4E6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E129059-0C2A-C98A-5BB0-895FE7F926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067F08-3D3E-93C0-C1B4-04B54A7303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49348BD-7870-DD65-08CD-B790465A1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5BB1-E407-4C16-9A23-E824F589F802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A2417E-CC7D-3B46-A23B-3A2FC7392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B966240-D23B-7B5B-CF8C-3868AF4A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111B-7804-4628-856A-D68BDE806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288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C7C5B-BB07-9703-CE2F-66B5B5F1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01FEDB-C317-8B83-1EAE-764B0E892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5BB1-E407-4C16-9A23-E824F589F802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CDB48B-FBF6-9C97-2D26-2E2F42DC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DAA29E-5ECB-0CED-1C7C-5C8668386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111B-7804-4628-856A-D68BDE806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217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68FC73C-12C4-4560-DB17-8D4A63635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5BB1-E407-4C16-9A23-E824F589F802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EB93DB-467A-E310-F775-2617A0131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4DC03D-D2CD-FECE-AACC-C125BAC2D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111B-7804-4628-856A-D68BDE806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916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B61325-F867-EBA8-877B-CBD6604D3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7D59A-FB1D-D2CC-60AC-96EBF1491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9CEDA5-231D-6255-EC53-5AD81B79C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46608A-59FF-C264-0954-E3638D8BF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5BB1-E407-4C16-9A23-E824F589F802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A05415-5790-D811-A686-5AC8AB3E6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D2322C-E0BA-D275-D2C5-3E866BD96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111B-7804-4628-856A-D68BDE806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949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A9B62B-9F2C-ABCD-FAB2-BA0CE4C7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182A254-0D54-12BC-F379-8B2BD1CA8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A8D14C-B22A-8937-CFB5-FBAC2BB72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C66B02-320D-C521-E9D6-7D013882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5BB1-E407-4C16-9A23-E824F589F802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B9D33C-3028-CF4C-0A9D-6BD868AF5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11B94C-4198-F3E9-B3ED-D7C9B4FE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111B-7804-4628-856A-D68BDE806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584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C01974-07ED-B6B8-72A4-F9B8091E5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FE461E-38EA-A3B7-4F1A-0802A5A07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35C35D-88A4-6447-1AE4-A8937079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5BB1-E407-4C16-9A23-E824F589F802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45B8B4-B1C4-2C38-FD51-E91F1D8C1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CFE16C-67DB-808B-FCFA-BBB21BBBB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111B-7804-4628-856A-D68BDE806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551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9B6C27-7FDB-85AD-2607-A5DE3B2B16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69DC01-C3ED-2E51-F006-1AC0A7AE4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95315F-BF9A-388A-5245-123A21055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5BB1-E407-4C16-9A23-E824F589F802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E5B76F-1A75-91FF-77C4-D6A3C2632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4969E2-B701-46A4-D699-BAC4E4334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111B-7804-4628-856A-D68BDE806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806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2F6E09-E802-3778-5CCE-26F943024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AA3347-72AD-F913-D90C-2F332B1B8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27E29E-EC9C-C6BE-D8A8-8E74CB84A3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95BB1-E407-4C16-9A23-E824F589F802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90C979-6A13-38AD-21FC-4E0377684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EF9535-7A26-F7C9-BC58-78673DC1BD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8111B-7804-4628-856A-D68BDE806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028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6A70AF6-9F08-8F9A-8D2F-E67D816D2BDC}"/>
              </a:ext>
            </a:extLst>
          </p:cNvPr>
          <p:cNvSpPr/>
          <p:nvPr/>
        </p:nvSpPr>
        <p:spPr>
          <a:xfrm>
            <a:off x="2060222" y="2006600"/>
            <a:ext cx="8071556" cy="142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8800" dirty="0"/>
              <a:t>用处不大再看吧</a:t>
            </a:r>
          </a:p>
        </p:txBody>
      </p:sp>
    </p:spTree>
    <p:extLst>
      <p:ext uri="{BB962C8B-B14F-4D97-AF65-F5344CB8AC3E}">
        <p14:creationId xmlns:p14="http://schemas.microsoft.com/office/powerpoint/2010/main" val="4284869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敏</dc:creator>
  <cp:lastModifiedBy>王 敏</cp:lastModifiedBy>
  <cp:revision>2</cp:revision>
  <dcterms:created xsi:type="dcterms:W3CDTF">2022-11-07T02:22:31Z</dcterms:created>
  <dcterms:modified xsi:type="dcterms:W3CDTF">2022-11-07T03:15:11Z</dcterms:modified>
</cp:coreProperties>
</file>